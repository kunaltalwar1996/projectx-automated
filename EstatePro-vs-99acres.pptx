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Estate Pro vs 99acres.com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1E3FF"/>
                </a:solidFill>
              </a:rPr>
              <a:t>Key differences and why Estate Pro is the better product choice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4480560"/>
            <a:ext cx="4937760" cy="731520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6908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Prepared for stakeholder pitch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</a:rPr>
              <a:t>Executive Takeaway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Estate Pro is more workflow-driven and conversion-focused.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3891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371600"/>
            <a:ext cx="5394960" cy="43891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6534"/>
                </a:solidFill>
              </a:rPr>
              <a:t>Estate Pro Advantage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532D"/>
                </a:solidFill>
              </a:rPr>
              <a:t>• Built-in broker operations: listing CRUD + inquiry handling
</a:t>
            </a:r>
            <a:pPr indent="0" marL="0">
              <a:buNone/>
            </a:pPr>
            <a:r>
              <a:rPr lang="en-US" sz="1500" dirty="0">
                <a:solidFill>
                  <a:srgbClr val="14532D"/>
                </a:solidFill>
              </a:rPr>
              <a:t>• Role-based UX (Admin / Employee / Broker / Buyer / Guest)
</a:t>
            </a:r>
            <a:pPr indent="0" marL="0">
              <a:buNone/>
            </a:pPr>
            <a:r>
              <a:rPr lang="en-US" sz="1500" dirty="0">
                <a:solidFill>
                  <a:srgbClr val="14532D"/>
                </a:solidFill>
              </a:rPr>
              <a:t>• Integrated trust layer: verification queue + moderation controls
</a:t>
            </a:r>
            <a:pPr indent="0" marL="0">
              <a:buNone/>
            </a:pPr>
            <a:r>
              <a:rPr lang="en-US" sz="1500" dirty="0">
                <a:solidFill>
                  <a:srgbClr val="14532D"/>
                </a:solidFill>
              </a:rPr>
              <a:t>• Faster go-to-market for managed premium inventory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9224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99acres (Marketplace Strength)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210312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8A"/>
                </a:solidFill>
              </a:rPr>
              <a:t>• Massive public listing volume and broad geography
</a:t>
            </a:r>
            <a:pPr indent="0" marL="0">
              <a:buNone/>
            </a:pPr>
            <a:r>
              <a:rPr lang="en-US" sz="1500" dirty="0">
                <a:solidFill>
                  <a:srgbClr val="1E3A8A"/>
                </a:solidFill>
              </a:rPr>
              <a:t>• Strong discovery for generic property search
</a:t>
            </a:r>
            <a:pPr indent="0" marL="0">
              <a:buNone/>
            </a:pPr>
            <a:r>
              <a:rPr lang="en-US" sz="1500" dirty="0">
                <a:solidFill>
                  <a:srgbClr val="1E3A8A"/>
                </a:solidFill>
              </a:rPr>
              <a:t>• Mature public brand for classifieds-style demand
</a:t>
            </a:r>
            <a:pPr indent="0" marL="0">
              <a:buNone/>
            </a:pPr>
            <a:r>
              <a:rPr lang="en-US" sz="1500" dirty="0">
                <a:solidFill>
                  <a:srgbClr val="1E3A8A"/>
                </a:solidFill>
              </a:rPr>
              <a:t>• Better for breadth, not tailored operating workflows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</a:rPr>
              <a:t>Feature-by-Feature Comparison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Where Estate Pro differentiates at product level.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</a:rPr>
              <a:t>Capability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34640" y="1234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</a:rPr>
              <a:t>Estate Pro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0" y="1234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</a:rPr>
              <a:t>99acres.com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112471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User Roles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34640" y="16733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</a:rPr>
              <a:t>Native role-based access and route controls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0" y="16733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2D12"/>
                </a:solidFill>
              </a:rPr>
              <a:t>Primarily consumer marketplace behavior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112471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146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Broker Ops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24963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</a:rPr>
              <a:t>Built-in listing manager + inquiries workflow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0" y="24963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2D12"/>
                </a:solidFill>
              </a:rPr>
              <a:t>Often requires external CRM for advanced workflows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112471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37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Admin Control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34640" y="33192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</a:rPr>
              <a:t>Verification queue + moderation controls in platform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0" y="33192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2D12"/>
                </a:solidFill>
              </a:rPr>
              <a:t>Trust tools exist, but less workflow-custom for your team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112471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160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Experience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834640" y="41422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</a:rPr>
              <a:t>Focused, premium UX for high-value deals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0" y="414223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2D12"/>
                </a:solidFill>
              </a:rPr>
              <a:t>High-volume discovery UX for broad audiences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800600"/>
            <a:ext cx="112471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983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Positioning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834640" y="49651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</a:rPr>
              <a:t>Conversion-ready managed platform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0" y="49651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2D12"/>
                </a:solidFill>
              </a:rPr>
              <a:t>Large listing marketplace at scale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</a:rPr>
              <a:t>Why Estate Pro Wins for Business Outcomes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Benefits tied to revenue and operational efficiency.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7899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59105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591056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</a:rPr>
              <a:t>Shorter lead response cycle with integrated inquiry handling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10789920" cy="56692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36829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368296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</a:rPr>
              <a:t>Higher broker productivity via in-app listing and pipeline actions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107899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14553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3145536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</a:rPr>
              <a:t>Cleaner supply quality using verification and moderation checkpoints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89920" cy="56692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92277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922776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</a:rPr>
              <a:t>Better conversion potential in premium/luxury and curated segments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572000"/>
            <a:ext cx="107899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7000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700016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</a:rPr>
              <a:t>Greater control over product roadmap vs dependence on marketplace rules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</a:rPr>
              <a:t>Proof from Current Estate Pro Build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Implemented modules already support this positioning.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972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10332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</a:rPr>
              <a:t>• Auth &amp; route guard by role: </a:t>
            </a:r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Admin, Employee, Broker, Buyer, Guest
</a:t>
            </a:r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</a:rPr>
              <a:t>• Broker dashboard: </a:t>
            </a:r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add/edit/delete listings + inquiry center
</a:t>
            </a:r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</a:rPr>
              <a:t>• Admin dashboard: </a:t>
            </a:r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verification queue + user management + moderation controls
</a:t>
            </a:r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</a:rPr>
              <a:t>• Buyer journey: </a:t>
            </a:r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map-led property discovery + search filters
</a:t>
            </a:r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</a:rPr>
              <a:t>• Integrated UX direction: </a:t>
            </a:r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premium, high-intent transaction flow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</a:rPr>
              <a:t>Positioning Statement for Pitch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Use this message with investors, partners, and clients.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332720" cy="20116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05740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78350F"/>
                </a:solidFill>
              </a:rPr>
              <a:t>"99acres is a broad marketplace. Estate Pro is a managed, role-driven real estate platform built to convert high-intent demand into faster, higher-quality transactions."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</a:rPr>
              <a:t>Go-to-market recommendation: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3708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</a:rPr>
              <a:t>Lead with curated premium inventory, broker productivity, and trust workflows as your primary differentiators.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BFE"/>
                </a:solidFill>
              </a:rPr>
              <a:t>Estate Pro is ready for focused, high-conversion growth.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Source note: 99acres points are based on publicly advertised features and general market positioning.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Estate Pro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Estate Pro vs 99acres</dc:title>
  <dc:subject>Estate Pro vs 99acres comparison</dc:subject>
  <dc:creator>Estate Pro Team</dc:creator>
  <cp:lastModifiedBy>Estate Pro Team</cp:lastModifiedBy>
  <cp:revision>1</cp:revision>
  <dcterms:created xsi:type="dcterms:W3CDTF">2026-05-10T16:54:32Z</dcterms:created>
  <dcterms:modified xsi:type="dcterms:W3CDTF">2026-05-10T16:54:32Z</dcterms:modified>
</cp:coreProperties>
</file>